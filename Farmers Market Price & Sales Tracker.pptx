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ystem.in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153025"/>
            <a:ext cx="10972800" cy="1095375"/>
          </a:xfrm>
          <a:prstGeom prst="roundRect">
            <a:avLst>
              <a:gd name="adj" fmla="val 104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5" y="5548312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3631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C55E"/>
                </a:solidFill>
                <a:latin typeface="Plus Jakarta Sans"/>
              </a:rPr>
              <a:t>ACADEMIC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01225" y="609600"/>
            <a:ext cx="2226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Java &amp; Database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61307"/>
            <a:ext cx="11251406" cy="525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Farmers Market Price &amp; Sales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39367"/>
            <a:ext cx="7239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Data-Driven Java Solution for Agricultural Price Transparency, Sales Ledger Management, and Market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5391150"/>
            <a:ext cx="4214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2C55E"/>
                </a:solidFill>
                <a:latin typeface="Plus Jakarta San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5534025"/>
            <a:ext cx="4214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Rohit krishna sai maddina 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— 2620040145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5791200"/>
            <a:ext cx="42148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varshith kilaru </a:t>
            </a:r>
            <a:r>
              <a:rPr sz="1350" b="0" i="0" u="none">
                <a:solidFill>
                  <a:srgbClr val="94A3B8"/>
                </a:solidFill>
                <a:latin typeface="Plus Jakarta Sans"/>
              </a:rPr>
              <a:t>— 2620040135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0033"/>
            <a:ext cx="3505200" cy="2177057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50033"/>
            <a:ext cx="3505200" cy="2177057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50033"/>
            <a:ext cx="3505200" cy="2177057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50033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650033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650033"/>
            <a:ext cx="35052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293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992933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992933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3126283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537" y="3126283"/>
            <a:ext cx="23812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01. Core Challenges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0133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Price Asymmetry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2558"/>
            <a:ext cx="29908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Farmers lack real-time mandi rate visibility, forcing distress sales below fair market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450133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Manual Record-Keeping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802558"/>
            <a:ext cx="29908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Paper logbooks cause frequent calculation errors, record loss, and untracked sales credit.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450133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Middlemen Exploitation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802558"/>
            <a:ext cx="29908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Opaque intermediary margins reduce net farmer earnings despite strong end-consumer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0787"/>
            <a:ext cx="53721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90787"/>
            <a:ext cx="53721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833812"/>
            <a:ext cx="53721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833812"/>
            <a:ext cx="5372100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765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87655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19575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219575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981325"/>
            <a:ext cx="1524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981325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4324350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4324350"/>
            <a:ext cx="1905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02. Project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2719387"/>
            <a:ext cx="5600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Real-Time Price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2976562"/>
            <a:ext cx="4362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Daily updates for produce rates across regional markets.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2719387"/>
            <a:ext cx="5143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Automated Sales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2976562"/>
            <a:ext cx="4362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revenue summary and transaction ledger logging.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4062412"/>
            <a:ext cx="5600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Structured Data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7800" y="4319587"/>
            <a:ext cx="4362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Reliable Java &amp; SQL relational database management.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0" y="4062412"/>
            <a:ext cx="5143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Sales Trend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4319587"/>
            <a:ext cx="43624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Visual insights into high-demand produce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3212"/>
            <a:ext cx="350520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43212"/>
            <a:ext cx="350520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43212"/>
            <a:ext cx="350520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03. Baseline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Existing System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09912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TRADITIONAL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357562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Physical Ledger 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09987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Heavy reliance on paper registers causing physical damage and untracked transactions.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09912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STATIC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357562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Chalkboard Price Dissemination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09987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Static market boards updated once daily without historical price comparison.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109912"/>
            <a:ext cx="3714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NO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357562"/>
            <a:ext cx="3848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Zero Analytical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709987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Inability to forecast seasonal crop demand or evaluate monthly revenue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6062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86062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9560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6228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062287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7182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04. Modernized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Proposed System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4432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Dynamic Price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57612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Instant rate modification with minimum, modal, and maximum market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44328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757612"/>
            <a:ext cx="30480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Instant receipt generation with quantity calculation and customer logging.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552825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Role-Based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867150"/>
            <a:ext cx="3048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Dedicated admin portal for price validation and farmer sales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95512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76612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57712"/>
            <a:ext cx="10972800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25" y="2395537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625" y="3576637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625" y="4757737"/>
            <a:ext cx="1714500" cy="323850"/>
          </a:xfrm>
          <a:prstGeom prst="roundRect">
            <a:avLst>
              <a:gd name="adj" fmla="val 1764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071812"/>
            <a:ext cx="1143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4252912"/>
            <a:ext cx="1143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05. System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712" y="2471737"/>
            <a:ext cx="1838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PRESENTATION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4625" y="2447925"/>
            <a:ext cx="8048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Java Swing / JavaFX Graphical User Interface (Forms, Price Boards, Sales Reports)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712" y="3652837"/>
            <a:ext cx="1838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4625" y="3629025"/>
            <a:ext cx="76557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Java Controllers (PriceManager.java, SalesTracker.java, ValidationEngine.java)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712" y="4833937"/>
            <a:ext cx="1838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DATABASE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4625" y="4810125"/>
            <a:ext cx="9358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JDBC Driver connected to MySQL / SQLite Database (Farmers, Crops, Mandi Rates, Sales Log)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5112"/>
            <a:ext cx="25717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914650"/>
            <a:ext cx="2571750" cy="1647825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805112"/>
            <a:ext cx="25717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14650"/>
            <a:ext cx="2571750" cy="1647825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37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432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0337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143250"/>
            <a:ext cx="1714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06. Modules &amp;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Key System Functionalities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7183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Produce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67112"/>
            <a:ext cx="22098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Categorize crops by variety, grade, unit (Kg/Quintal), and local origin.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381375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Daily Price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676650"/>
            <a:ext cx="22098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Input min, max, and modal rates per market with date stamp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271837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Sales Entry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567112"/>
            <a:ext cx="22098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Record transaction quantities, buyers, payment mode, and net earnings.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381375"/>
            <a:ext cx="277534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Report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3676650"/>
            <a:ext cx="220980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Export monthly revenue summaries and crop sales performance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028700"/>
            <a:ext cx="10972800" cy="5372100"/>
          </a:xfrm>
          <a:prstGeom prst="roundRect">
            <a:avLst>
              <a:gd name="adj" fmla="val 212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07. Backend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Implementation – Java Code Snippets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289571"/>
            <a:ext cx="10610850" cy="4257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200" dirty="0">
                <a:solidFill>
                  <a:schemeClr val="bg1"/>
                </a:solidFill>
              </a:rPr>
              <a:t>import </a:t>
            </a:r>
            <a:r>
              <a:rPr lang="en-IN" sz="1200" dirty="0" err="1">
                <a:solidFill>
                  <a:schemeClr val="bg1"/>
                </a:solidFill>
              </a:rPr>
              <a:t>java.util.Scanner</a:t>
            </a:r>
            <a:r>
              <a:rPr lang="en-IN" sz="1200" dirty="0">
                <a:solidFill>
                  <a:schemeClr val="bg1"/>
                </a:solidFill>
              </a:rPr>
              <a:t>;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public class </a:t>
            </a:r>
            <a:r>
              <a:rPr lang="en-IN" sz="1200" dirty="0" err="1">
                <a:solidFill>
                  <a:schemeClr val="bg1"/>
                </a:solidFill>
              </a:rPr>
              <a:t>FarmerMarket</a:t>
            </a:r>
            <a:r>
              <a:rPr lang="en-IN" sz="1200" dirty="0">
                <a:solidFill>
                  <a:schemeClr val="bg1"/>
                </a:solidFill>
              </a:rPr>
              <a:t> {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public static void main(String[] </a:t>
            </a:r>
            <a:r>
              <a:rPr lang="en-IN" sz="1200" dirty="0" err="1">
                <a:solidFill>
                  <a:schemeClr val="bg1"/>
                </a:solidFill>
              </a:rPr>
              <a:t>args</a:t>
            </a:r>
            <a:r>
              <a:rPr lang="en-IN" sz="1200" dirty="0">
                <a:solidFill>
                  <a:schemeClr val="bg1"/>
                </a:solidFill>
              </a:rPr>
              <a:t>) {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Scanner </a:t>
            </a:r>
            <a:r>
              <a:rPr lang="en-IN" sz="1200" dirty="0" err="1">
                <a:solidFill>
                  <a:schemeClr val="bg1"/>
                </a:solidFill>
              </a:rPr>
              <a:t>sc</a:t>
            </a:r>
            <a:r>
              <a:rPr lang="en-IN" sz="1200" dirty="0">
                <a:solidFill>
                  <a:schemeClr val="bg1"/>
                </a:solidFill>
              </a:rPr>
              <a:t> = new Scanner(</a:t>
            </a:r>
            <a:r>
              <a:rPr lang="en-IN" sz="1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System.in</a:t>
            </a:r>
            <a:r>
              <a:rPr lang="en-IN" sz="1200" dirty="0">
                <a:solidFill>
                  <a:schemeClr val="bg1"/>
                </a:solidFill>
              </a:rPr>
              <a:t>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</a:t>
            </a:r>
            <a:r>
              <a:rPr lang="en-IN" sz="1200" dirty="0">
                <a:solidFill>
                  <a:schemeClr val="bg1"/>
                </a:solidFill>
              </a:rPr>
              <a:t>("Enter crop name: ");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String crop = </a:t>
            </a:r>
            <a:r>
              <a:rPr lang="en-IN" sz="1200" dirty="0" err="1">
                <a:solidFill>
                  <a:schemeClr val="bg1"/>
                </a:solidFill>
              </a:rPr>
              <a:t>sc.nextLine</a:t>
            </a:r>
            <a:r>
              <a:rPr lang="en-IN" sz="1200" dirty="0">
                <a:solidFill>
                  <a:schemeClr val="bg1"/>
                </a:solidFill>
              </a:rPr>
              <a:t>();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</a:t>
            </a:r>
            <a:r>
              <a:rPr lang="en-IN" sz="1200" dirty="0">
                <a:solidFill>
                  <a:schemeClr val="bg1"/>
                </a:solidFill>
              </a:rPr>
              <a:t>("Enter price per kg: ");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double price = </a:t>
            </a:r>
            <a:r>
              <a:rPr lang="en-IN" sz="1200" dirty="0" err="1">
                <a:solidFill>
                  <a:schemeClr val="bg1"/>
                </a:solidFill>
              </a:rPr>
              <a:t>sc.nextDouble</a:t>
            </a:r>
            <a:r>
              <a:rPr lang="en-IN" sz="1200" dirty="0">
                <a:solidFill>
                  <a:schemeClr val="bg1"/>
                </a:solidFill>
              </a:rPr>
              <a:t>();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</a:t>
            </a:r>
            <a:r>
              <a:rPr lang="en-IN" sz="1200" dirty="0">
                <a:solidFill>
                  <a:schemeClr val="bg1"/>
                </a:solidFill>
              </a:rPr>
              <a:t>("Enter quantity sold (kg): ");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double quantity = </a:t>
            </a:r>
            <a:r>
              <a:rPr lang="en-IN" sz="1200" dirty="0" err="1">
                <a:solidFill>
                  <a:schemeClr val="bg1"/>
                </a:solidFill>
              </a:rPr>
              <a:t>sc.nextDouble</a:t>
            </a:r>
            <a:r>
              <a:rPr lang="en-IN" sz="1200" dirty="0">
                <a:solidFill>
                  <a:schemeClr val="bg1"/>
                </a:solidFill>
              </a:rPr>
              <a:t>();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double total = price * quantity;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("\n--- Sales Details ---");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("Crop: " + crop);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("Price per kg: ₹" + price);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("Quantity sold: " + quantity + " kg");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("Total Sales: ₹" + total);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  }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}</a:t>
            </a:r>
          </a:p>
          <a:p>
            <a:pPr algn="l">
              <a:lnSpc>
                <a:spcPts val="1631"/>
              </a:lnSpc>
            </a:pPr>
            <a:r>
              <a:rPr lang="en-IN" sz="1100" b="0" i="0" u="none" dirty="0" err="1">
                <a:solidFill>
                  <a:srgbClr val="C678DD"/>
                </a:solidFill>
                <a:latin typeface="JetBrains Mono"/>
              </a:rPr>
              <a:t>i</a:t>
            </a:r>
            <a:endParaRPr sz="1100" b="0" i="0" u="none" dirty="0">
              <a:solidFill>
                <a:srgbClr val="C678DD"/>
              </a:solidFill>
              <a:latin typeface="JetBrains Mon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2032396"/>
            <a:ext cx="190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C55E"/>
                </a:solidFill>
                <a:latin typeface="JetBrains Mono"/>
              </a:rPr>
              <a:t>SalesTrackerDAO.java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9350" y="2046684"/>
            <a:ext cx="1643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JDBC Controller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41914" y="1971675"/>
            <a:ext cx="4840485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41914" y="3200400"/>
            <a:ext cx="4840485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41914" y="4429125"/>
            <a:ext cx="4840485" cy="1076325"/>
          </a:xfrm>
          <a:prstGeom prst="roundRect">
            <a:avLst>
              <a:gd name="adj" fmla="val 88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41914" y="1971675"/>
            <a:ext cx="38100" cy="1076325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41914" y="3200400"/>
            <a:ext cx="38100" cy="1076325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1914" y="4429125"/>
            <a:ext cx="38100" cy="10763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5827514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47837"/>
            <a:ext cx="5808464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08. 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Output Screenshots &amp; Application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0514" y="2162175"/>
            <a:ext cx="52214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Live Price Board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0514" y="2419350"/>
            <a:ext cx="45166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Real-time mandi crop rate displays with daily fluctuation indicators.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0514" y="3390900"/>
            <a:ext cx="52214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Sales Logging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0514" y="3648075"/>
            <a:ext cx="45166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Form inputs for fast invoice entry and instant revenue calculations.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0514" y="4619625"/>
            <a:ext cx="522148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Financial Report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0514" y="4876800"/>
            <a:ext cx="451663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Visual revenue breakdown categorized by crop yield type and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7487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57487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57487"/>
            <a:ext cx="3505200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6228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6228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06228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3167062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3167062"/>
            <a:ext cx="1333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0" y="3167062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09.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Future Scope &amp;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3287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AI Price Forecasting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57612"/>
            <a:ext cx="29908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Predict future mandi rates using Machine Learning based on weather and historical yield.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443287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Android / 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757612"/>
            <a:ext cx="29908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Cross-platform mobile client with regional language support and SMS alerts for farmers.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443287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UPI Payment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757612"/>
            <a:ext cx="29908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Direct digital payouts and instant transaction settlements without physical cash delay.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037"/>
            <a:ext cx="3505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67037"/>
            <a:ext cx="3505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67037"/>
            <a:ext cx="3505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Plus Jakarta Sans"/>
              </a:rPr>
              <a:t>10.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23373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Digitized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86162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Successfully replaced manual paper registers with an automated Java desktop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233737"/>
            <a:ext cx="39004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Empowered Farmers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586162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Improved price awareness enables farmers to negotiate fair market value for produce.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233737"/>
            <a:ext cx="38481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Robust Java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586162"/>
            <a:ext cx="3067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Modular SQL architecture ensures data integrity, fast query response, and scalability.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86075" y="4148137"/>
            <a:ext cx="6419850" cy="600075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097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281237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20765" y="2719387"/>
            <a:ext cx="3750468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0359" y="3500437"/>
            <a:ext cx="263128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3459" y="4348162"/>
            <a:ext cx="3631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Rohit krishna sai maddina </a:t>
            </a:r>
            <a:r>
              <a:rPr sz="1200" b="1" i="0" u="none">
                <a:solidFill>
                  <a:srgbClr val="22C55E"/>
                </a:solidFill>
                <a:latin typeface="Plus Jakarta Sans"/>
              </a:rPr>
              <a:t>(2620040145)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3650" y="4348162"/>
            <a:ext cx="333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8FAFC"/>
                </a:solidFill>
                <a:latin typeface="Plus Jakarta Sans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9393" y="4348162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varshith kilaru </a:t>
            </a:r>
            <a:r>
              <a:rPr sz="1200" b="1" i="0" u="none">
                <a:solidFill>
                  <a:srgbClr val="22C55E"/>
                </a:solidFill>
                <a:latin typeface="Plus Jakarta Sans"/>
              </a:rPr>
              <a:t>(2620040135)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764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Plus Jakarta Sans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rohit040908@outlook.com</cp:lastModifiedBy>
  <cp:revision>2</cp:revision>
  <dcterms:created xsi:type="dcterms:W3CDTF">2013-01-27T09:14:16Z</dcterms:created>
  <dcterms:modified xsi:type="dcterms:W3CDTF">2026-10-01T04:17:49Z</dcterms:modified>
  <cp:category/>
</cp:coreProperties>
</file>